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自己紹介＋活動名の紹介。目安15秒。『将来◯◯になりたい△△です。今日は「（活動名）」について発表します』のように話す。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目的を話す。目安30秒。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活動の中身を具体的に話す。目安40秒。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見学での気づきとAIとの相談内容を話す。目安40秒。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まとめを話し、質疑応答へ。目安20秒。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大高人ワークショップ2026　最終プレゼン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［　活動名を入力　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4760"/>
            <a:ext cx="2194560" cy="279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［クラス］組　［出席番号］番　［氏名］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02C39A"/>
                </a:solidFill>
                <a:latin typeface="Arial"/>
              </a:rPr>
              <a:t>将来の夢・職業：［　　　　　　　　　　　　　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9C2E6"/>
                </a:solidFill>
                <a:latin typeface="Arial"/>
              </a:rPr>
              <a:t>発表時間：2〜3分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Arial"/>
              </a:rPr>
              <a:t>目的・きっかけ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Arial"/>
              </a:rPr>
              <a:t>将来就きたい職業と、この活動がどう繋がっているかを一言で書きましょう。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5875">
            <a:solidFill>
              <a:srgbClr val="D1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Arial"/>
              </a:rPr>
              <a:t>記入欄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06070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9CA3AF"/>
                </a:solidFill>
                <a:latin typeface="Arial"/>
              </a:rPr>
              <a:t>（ここに、将来の夢・職業とこの活動のつながりを書きましょう）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6000"/>
            </a:avLst>
          </a:prstGeom>
          <a:solidFill>
            <a:srgbClr val="E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Arial"/>
              </a:rPr>
              <a:t>記入例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A202C"/>
                </a:solidFill>
                <a:latin typeface="Arial"/>
              </a:rPr>
              <a:t>例：将来はデザイナーとして「使う人の気持ちを考えたモノづくり」をしたい。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A202C"/>
                </a:solidFill>
                <a:latin typeface="Arial"/>
              </a:rPr>
              <a:t>スタジアムに来場する人たちの行動を観察し、居心地よく過ごせる仕掛けを考える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A202C"/>
                </a:solidFill>
                <a:latin typeface="Arial"/>
              </a:rPr>
              <a:t>ことで、その第一歩にしたい。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Arial"/>
              </a:rPr>
              <a:t>活動概要（非試合日を想定）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Arial"/>
              </a:rPr>
              <a:t>誰が・何を・どうやって行うのかを具体的に書きましょう。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554480" cy="457200"/>
          </a:xfrm>
          <a:prstGeom prst="roundRect">
            <a:avLst>
              <a:gd name="adj" fmla="val 3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誰が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74519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1">
                <a:solidFill>
                  <a:srgbClr val="6B7280"/>
                </a:solidFill>
                <a:latin typeface="Arial"/>
              </a:rPr>
              <a:t>対象者は？（来場者・スタッフ・地域住民など）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59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5875">
            <a:solidFill>
              <a:srgbClr val="D1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23159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9CA3AF"/>
                </a:solidFill>
                <a:latin typeface="Arial"/>
              </a:rPr>
              <a:t>（ここに記入）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79"/>
            <a:ext cx="1554480" cy="457200"/>
          </a:xfrm>
          <a:prstGeom prst="roundRect">
            <a:avLst>
              <a:gd name="adj" fmla="val 3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83279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何を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383279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1">
                <a:solidFill>
                  <a:srgbClr val="6B7280"/>
                </a:solidFill>
                <a:latin typeface="Arial"/>
              </a:rPr>
              <a:t>具体的に何を行いますか？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19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5875">
            <a:solidFill>
              <a:srgbClr val="D1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31919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9CA3AF"/>
                </a:solidFill>
                <a:latin typeface="Arial"/>
              </a:rPr>
              <a:t>（ここに記入）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92039"/>
            <a:ext cx="1554480" cy="457200"/>
          </a:xfrm>
          <a:prstGeom prst="roundRect">
            <a:avLst>
              <a:gd name="adj" fmla="val 3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92039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どうやって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92039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1">
                <a:solidFill>
                  <a:srgbClr val="6B7280"/>
                </a:solidFill>
                <a:latin typeface="Arial"/>
              </a:rPr>
              <a:t>手順・流れ・必要なものは？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40679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5875">
            <a:solidFill>
              <a:srgbClr val="D1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440679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9CA3AF"/>
                </a:solidFill>
                <a:latin typeface="Arial"/>
              </a:rPr>
              <a:t>（ここに記入）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Arial"/>
              </a:rPr>
              <a:t>スタジアム見学（9/1）を踏まえて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Arial"/>
              </a:rPr>
              <a:t>見学で確認できた事実と、AIとの相談で工夫した点を整理しましょう。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Arial"/>
              </a:rPr>
              <a:t>見学でわかったこと（裏付け）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5875">
            <a:solidFill>
              <a:srgbClr val="D1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4892040" cy="3566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9CA3AF"/>
                </a:solidFill>
                <a:latin typeface="Arial"/>
              </a:rPr>
              <a:t>（現地で見た・聞いたことのうち、自分の活動案を裏付ける事実を書きましょう）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74519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Arial"/>
              </a:rPr>
              <a:t>AIとの壁打ちで工夫した点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77440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5875">
            <a:solidFill>
              <a:srgbClr val="D1D9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892040" cy="3566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9CA3AF"/>
                </a:solidFill>
                <a:latin typeface="Arial"/>
              </a:rPr>
              <a:t>（AIに相談して指摘されたこと・それを受けて変えた点を書きましょう）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E2761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期待される効果・まとめ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2C39A"/>
                </a:solidFill>
                <a:latin typeface="Arial"/>
              </a:rPr>
              <a:t>この活動で、誰にどんな良いことがあるかを一言でまとめましょう。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2286000"/>
          </a:xfrm>
          <a:prstGeom prst="roundRect">
            <a:avLst>
              <a:gd name="adj" fmla="val 6000"/>
            </a:avLst>
          </a:prstGeom>
          <a:solidFill>
            <a:srgbClr val="2A3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Arial"/>
              </a:rPr>
              <a:t>記入欄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CADCFC"/>
                </a:solidFill>
                <a:latin typeface="Arial"/>
              </a:rPr>
              <a:t>（ここに、期待される効果・まとめを書きましょう）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ご清聴ありがとうございました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02C39A"/>
                </a:solidFill>
                <a:latin typeface="Arial"/>
              </a:rPr>
              <a:t>質疑応答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